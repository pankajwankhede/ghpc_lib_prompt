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GHCP Enterprise AI Engineering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</a:t>
            </a:r>
          </a:p>
          <a:p>
            <a:r>
              <a:t>Current State</a:t>
            </a:r>
          </a:p>
          <a:p>
            <a:r>
              <a:t>Platform Architecture</a:t>
            </a:r>
          </a:p>
          <a:p>
            <a:r>
              <a:t>Skill Packs</a:t>
            </a:r>
          </a:p>
          <a:p>
            <a:r>
              <a:t>Developer Journey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silos</a:t>
            </a:r>
          </a:p>
          <a:p>
            <a:r>
              <a:t>Inconsistent code reviews</a:t>
            </a:r>
          </a:p>
          <a:p>
            <a:r>
              <a:t>Security gaps</a:t>
            </a:r>
          </a:p>
          <a:p>
            <a:r>
              <a:t>Documentation overhead</a:t>
            </a:r>
          </a:p>
          <a:p>
            <a:r>
              <a:t>Slow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AI Operating System for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Framework</a:t>
            </a:r>
          </a:p>
          <a:p>
            <a:r>
              <a:t>Skill Packs</a:t>
            </a:r>
          </a:p>
          <a:p>
            <a:r>
              <a:t>Agent Orchestration</a:t>
            </a:r>
          </a:p>
          <a:p>
            <a:r>
              <a:t>Governance</a:t>
            </a:r>
          </a:p>
          <a:p>
            <a:r>
              <a:t>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 → Jira → Design → Development → Review → Testing → Release → Monitoring →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</a:t>
            </a:r>
          </a:p>
          <a:p>
            <a:r>
              <a:t>React</a:t>
            </a:r>
          </a:p>
          <a:p>
            <a:r>
              <a:t>Security</a:t>
            </a:r>
          </a:p>
          <a:p>
            <a:r>
              <a:t>Migration</a:t>
            </a:r>
          </a:p>
          <a:p>
            <a:r>
              <a:t>Documentation</a:t>
            </a:r>
          </a:p>
          <a:p>
            <a:r>
              <a:t>Observability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Java/Spring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Review</a:t>
            </a:r>
          </a:p>
          <a:p>
            <a:r>
              <a:t>JUnit Generation</a:t>
            </a:r>
          </a:p>
          <a:p>
            <a:r>
              <a:t>Performance</a:t>
            </a:r>
          </a:p>
          <a:p>
            <a:r>
              <a:t>Architecture</a:t>
            </a:r>
          </a:p>
          <a:p>
            <a:r>
              <a:t>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Standards</a:t>
            </a:r>
          </a:p>
          <a:p>
            <a:r>
              <a:t>Accessibility</a:t>
            </a:r>
          </a:p>
          <a:p>
            <a:r>
              <a:t>Performance</a:t>
            </a:r>
          </a:p>
          <a:p>
            <a:r>
              <a:t>Testing</a:t>
            </a:r>
          </a:p>
          <a:p>
            <a:r>
              <a:t>State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Fortify</a:t>
            </a:r>
          </a:p>
          <a:p>
            <a:r>
              <a:t>Nexus</a:t>
            </a:r>
          </a:p>
          <a:p>
            <a:r>
              <a:t>OWASP</a:t>
            </a:r>
          </a:p>
          <a:p>
            <a:r>
              <a:t>Secrets</a:t>
            </a:r>
          </a:p>
          <a:p>
            <a:r>
              <a:t>Threat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Splunk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Queries</a:t>
            </a:r>
          </a:p>
          <a:p>
            <a:r>
              <a:t>Dashboards</a:t>
            </a:r>
          </a:p>
          <a:p>
            <a:r>
              <a:t>Alerts</a:t>
            </a:r>
          </a:p>
          <a:p>
            <a:r>
              <a:t>RCA</a:t>
            </a:r>
          </a:p>
          <a:p>
            <a:r>
              <a:t>JVM</a:t>
            </a:r>
          </a:p>
          <a:p>
            <a:r>
              <a:t>Kubernetes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Confluence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HLD</a:t>
            </a:r>
          </a:p>
          <a:p>
            <a:r>
              <a:t>LLD</a:t>
            </a:r>
          </a:p>
          <a:p>
            <a:r>
              <a:t>Integration Guide</a:t>
            </a:r>
          </a:p>
          <a:p>
            <a:r>
              <a:t>Architecture Diagrams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RTS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 Readiness</a:t>
            </a:r>
          </a:p>
          <a:p>
            <a:r>
              <a:t>Support Handover</a:t>
            </a:r>
          </a:p>
          <a:p>
            <a:r>
              <a:t>Monitoring</a:t>
            </a:r>
          </a:p>
          <a:p>
            <a:r>
              <a:t>Rollback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Skill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</a:t>
            </a:r>
          </a:p>
          <a:p>
            <a:r>
              <a:t>Workflow</a:t>
            </a:r>
          </a:p>
          <a:p>
            <a:r>
              <a:t>Guardrails</a:t>
            </a:r>
          </a:p>
          <a:p>
            <a:r>
              <a:t>Best Practices</a:t>
            </a:r>
          </a:p>
          <a:p>
            <a:r>
              <a:t>Anti-Patterns</a:t>
            </a:r>
          </a:p>
          <a:p>
            <a:r>
              <a:t>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Copilot Skill → Review → Scan → Deploy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→ Skill → Findings → Remediation → Approval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3→4</a:t>
            </a:r>
          </a:p>
          <a:p>
            <a:r>
              <a:t>Java Upgrade</a:t>
            </a:r>
          </a:p>
          <a:p>
            <a:r>
              <a:t>Dependency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Policy Engine</a:t>
            </a:r>
          </a:p>
          <a:p>
            <a:r>
              <a:t>Compliance</a:t>
            </a:r>
          </a:p>
          <a:p>
            <a:r>
              <a:t>Risk Scoring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→ Logs → Splunk → Dashboard → Alert → RCA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</a:t>
            </a:r>
          </a:p>
          <a:p>
            <a:r>
              <a:t>Runbooks</a:t>
            </a:r>
          </a:p>
          <a:p>
            <a:r>
              <a:t>Architecture Docs</a:t>
            </a:r>
          </a:p>
          <a:p>
            <a:r>
              <a:t>Service Catalog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Delivery</a:t>
            </a:r>
          </a:p>
          <a:p>
            <a:r>
              <a:t>Reduced Risk</a:t>
            </a:r>
          </a:p>
          <a:p>
            <a:r>
              <a:t>Standardization</a:t>
            </a:r>
          </a:p>
          <a:p>
            <a:r>
              <a:t>Better 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Time</a:t>
            </a:r>
          </a:p>
          <a:p>
            <a:r>
              <a:t>Defects</a:t>
            </a:r>
          </a:p>
          <a:p>
            <a:r>
              <a:t>Vulnerabilities</a:t>
            </a:r>
          </a:p>
          <a:p>
            <a:r>
              <a:t>Coverage</a:t>
            </a:r>
          </a:p>
          <a:p>
            <a:r>
              <a:t>Deployment Success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Packs + Reviews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Orchestration + Governance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Phase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Engineering Platform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