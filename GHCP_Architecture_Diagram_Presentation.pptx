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GHCP Enterprise 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AI 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Developer/Lead/Architect/Manager</a:t>
            </a:r>
          </a:p>
          <a:p>
            <a:r>
              <a:t>          ↓</a:t>
            </a:r>
          </a:p>
          <a:p>
            <a:r>
              <a:t>        GHCP Platform</a:t>
            </a:r>
          </a:p>
          <a:p>
            <a:r>
              <a:t>          ↓</a:t>
            </a:r>
          </a:p>
          <a:p>
            <a:r>
              <a:t>Java | React | Security | Migration</a:t>
            </a:r>
          </a:p>
          <a:p>
            <a:r>
              <a:t>Splunk | Confluence | RTS | Diagrams</a:t>
            </a:r>
          </a:p>
          <a:p>
            <a:r>
              <a:t>          ↓</a:t>
            </a:r>
          </a:p>
          <a:p>
            <a:r>
              <a:t>Enterprise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 Planning → Feature → Jira → Development → PR Review → Fortify → Nexus → Testing → Deployment → Monitoring → 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→ Development → Code Review → Unit Tests → Security Scan → Release →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→ Copilot → Shared Framework → Skill Packs → Enterprise Artifacts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Review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→ Fortify/Nexus/Sonar → Security Agent → Findings → Remediation →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Scan → Impact Analysis → Migration Plan → Refactored Code → Testing →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+ Swagger + Jira + Architecture → Confluence Agent → HLD/LLD/Diagrams/RTS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→ Logs → Splunk → Dashboards → Alerts → RCA → Fix → Deploy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Readiness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| Security | Performance | Testing | Monitoring | Documentation | Support |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 → Architecture → Development → Security → Testing → Deployment → Monitoring →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