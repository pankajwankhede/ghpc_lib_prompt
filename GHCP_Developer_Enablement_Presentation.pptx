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GHCP Enterprise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 development, security, architecture, documentation and operations using reusable AI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Ultimate Enterprise AI Platform</a:t>
            </a:r>
          </a:p>
          <a:p>
            <a:r>
              <a:t>Nexus/Fortify Deep Scan</a:t>
            </a:r>
          </a:p>
          <a:p>
            <a:r>
              <a:t>React &amp; Java Review</a:t>
            </a:r>
          </a:p>
          <a:p>
            <a:r>
              <a:t>SDLC Monitoring</a:t>
            </a:r>
          </a:p>
          <a:p>
            <a:r>
              <a:t>Splunk</a:t>
            </a:r>
          </a:p>
          <a:p>
            <a:r>
              <a:t>Confluence</a:t>
            </a:r>
          </a:p>
          <a:p>
            <a:r>
              <a:t>RTS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Skill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</a:t>
            </a:r>
          </a:p>
          <a:p>
            <a:r>
              <a:t>When to Use</a:t>
            </a:r>
          </a:p>
          <a:p>
            <a:r>
              <a:t>Prerequisites</a:t>
            </a:r>
          </a:p>
          <a:p>
            <a:r>
              <a:t>Workflow</a:t>
            </a:r>
          </a:p>
          <a:p>
            <a:r>
              <a:t>Rules</a:t>
            </a:r>
          </a:p>
          <a:p>
            <a:r>
              <a:t>Guardrails</a:t>
            </a:r>
          </a:p>
          <a:p>
            <a:r>
              <a:t>Output Standards</a:t>
            </a:r>
          </a:p>
          <a:p>
            <a:r>
              <a:t>Best Practices</a:t>
            </a:r>
          </a:p>
          <a:p>
            <a:r>
              <a:t>Anti-Patterns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Design → Develop → Review → Scan → Test → Deploy → Monitor →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Java/Spring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Review</a:t>
            </a:r>
          </a:p>
          <a:p>
            <a:r>
              <a:t>JUnit Generation</a:t>
            </a:r>
          </a:p>
          <a:p>
            <a:r>
              <a:t>Migration Review</a:t>
            </a:r>
          </a:p>
          <a:p>
            <a:r>
              <a:t>Performance Review</a:t>
            </a:r>
          </a:p>
          <a:p>
            <a:r>
              <a:t>Security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Standards</a:t>
            </a:r>
          </a:p>
          <a:p>
            <a:r>
              <a:t>Accessibility</a:t>
            </a:r>
          </a:p>
          <a:p>
            <a:r>
              <a:t>Performance</a:t>
            </a:r>
          </a:p>
          <a:p>
            <a:r>
              <a:t>Testing</a:t>
            </a:r>
          </a:p>
          <a:p>
            <a: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Fortify</a:t>
            </a:r>
          </a:p>
          <a:p>
            <a:r>
              <a:t>Nexus</a:t>
            </a:r>
          </a:p>
          <a:p>
            <a:r>
              <a:t>OWASP</a:t>
            </a:r>
          </a:p>
          <a:p>
            <a:r>
              <a:t>Secrets Detection</a:t>
            </a:r>
          </a:p>
          <a:p>
            <a:r>
              <a:t>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Splunk Queries</a:t>
            </a:r>
          </a:p>
          <a:p>
            <a:r>
              <a:t>Dashboards</a:t>
            </a:r>
          </a:p>
          <a:p>
            <a:r>
              <a:t>Alerts</a:t>
            </a:r>
          </a:p>
          <a:p>
            <a:r>
              <a:t>RCA</a:t>
            </a:r>
          </a:p>
          <a:p>
            <a:r>
              <a:t>JVM/Kubernetes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HLD</a:t>
            </a:r>
          </a:p>
          <a:p>
            <a:r>
              <a:t>LLD</a:t>
            </a:r>
          </a:p>
          <a:p>
            <a:r>
              <a:t>Integration Guides</a:t>
            </a:r>
          </a:p>
          <a:p>
            <a:r>
              <a:t>Architecture Diagrams</a:t>
            </a:r>
          </a:p>
          <a:p>
            <a:r>
              <a:t>Sequence/Class/ERD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RTS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 Summary</a:t>
            </a:r>
          </a:p>
          <a:p>
            <a:r>
              <a:t>Monitoring</a:t>
            </a:r>
          </a:p>
          <a:p>
            <a:r>
              <a:t>Alerts</a:t>
            </a:r>
          </a:p>
          <a:p>
            <a:r>
              <a:t>Support Model</a:t>
            </a:r>
          </a:p>
          <a:p>
            <a:r>
              <a:t>Readiness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</a:t>
            </a:r>
          </a:p>
          <a:p>
            <a:r>
              <a:t>Faster Delivery</a:t>
            </a:r>
          </a:p>
          <a:p>
            <a:r>
              <a:t>Reduced Risk</a:t>
            </a:r>
          </a:p>
          <a:p>
            <a:r>
              <a:t>Better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Governance</a:t>
            </a:r>
          </a:p>
          <a:p>
            <a:r>
              <a:t>Agent Orchestration</a:t>
            </a:r>
          </a:p>
          <a:p>
            <a:r>
              <a:t>Reliability Engineering</a:t>
            </a:r>
          </a:p>
          <a:p>
            <a:r>
              <a:t>Banking Pack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